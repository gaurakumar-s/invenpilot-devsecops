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48840"/>
            <a:ext cx="128016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1094415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StockPilot — Inventory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>
                <a:solidFill>
                  <a:srgbClr val="BFDBFE"/>
                </a:solidFill>
                <a:latin typeface="Calibri"/>
              </a:rPr>
              <a:t>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github.com/Gaurakumar-s/stockpilot-devsecops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944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FastAPI · React · PostgreSQL · Docker · GitHub Actions · Trivy · GHCR · Terraform · AWS EKS · Helm · ArgoCD · Prometheus ·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64327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998567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Small warehouses track stock in spreadsheets — no single source of truth and no reorder alerts, so items run out unnoticed.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371600"/>
            <a:ext cx="5364327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463040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SOLUTION — STOCKPILOT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1810512"/>
            <a:ext cx="4998567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 web app that keeps a live product catalogue, records every stock movement, and flags what needs reordering.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364327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Products with SKU, category, quantity, reorder level, unit price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Stock IN / OUT movements ledger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Low-stock and out-of-stock alerts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KPI dashboard: products, units, inventory value, low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01752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REST API — 9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383280"/>
            <a:ext cx="5364327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GET / POST / PUT / DELETE  /api/products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GET /api/products/stats   ·   GET /api/products/low-stock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POST /api/products/{id}/movements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GET /api/movements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Ops endpoints: /health, /ready, /metrics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9654"/>
                <a:gridCol w="6434760"/>
              </a:tblGrid>
              <a:tr h="43107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109728" marR="109728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DevOps / Platform</a:t>
                      </a:r>
                    </a:p>
                  </a:txBody>
                  <a:tcPr marL="109728" marR="109728" marT="36576" marB="36576">
                    <a:solidFill>
                      <a:srgbClr val="0F172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React 18 + Vite (frontend SPA)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Docker — multi-stage builds, non-root containers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FastAPI (Python REST API)</a:t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Docker Compose (local dev)</a:t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SQLAlchemy 2 + Alembic (2 migrations)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GitHub Actions (CI/CD) · Trivy (image scanning) · GHCR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Terraform — AWS VPC + EKS</a:t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pytest (20 tests) · ruff (lint)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Helm · ArgoCD · ingress-nginx · HPA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E293B"/>
                          </a:solidFill>
                          <a:latin typeface="Calibri"/>
                        </a:rPr>
                        <a:t>Prometheus + Grafana (kube-prometheus-stack)</a:t>
                      </a:r>
                    </a:p>
                  </a:txBody>
                  <a:tcPr marL="109728" marR="109728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Runtime request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83867" y="49377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React 18 + Vite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12668" y="5280660"/>
            <a:ext cx="5029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15587" y="49377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Nginx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serves SPA, proxies /api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44388" y="5280660"/>
            <a:ext cx="5029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47307" y="49377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SQLAlchemy 2 · /metrics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6108" y="5280660"/>
            <a:ext cx="5029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79027" y="49377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PostgreSQL 16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Alembic migrations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247" y="5760720"/>
            <a:ext cx="2926080" cy="3657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E293B"/>
                </a:solidFill>
                <a:latin typeface="Calibri"/>
              </a:rPr>
              <a:t>Shipped as 2 images → ghcr.io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Developer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1714500"/>
            <a:ext cx="38404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50008" y="128016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source + Helm values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67328" y="1714500"/>
            <a:ext cx="38404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51376" y="128016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 Actions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pytest → build → Trivy → GHCR → bump tag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28816" y="1714500"/>
            <a:ext cx="38404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12864" y="128016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ArgoCD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watches repo, auto-sync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14232" y="128016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GHCR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images tagged by git SHA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11094415" cy="36118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AWS EKS  —  Terraform-provisioned VPC (2 public + 2 private subnets, NAT)   ·   namespace: stockpilot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21524" y="2148840"/>
            <a:ext cx="0" cy="502920"/>
          </a:xfrm>
          <a:prstGeom prst="line">
            <a:avLst/>
          </a:prstGeom>
          <a:ln w="25400">
            <a:solidFill>
              <a:srgbClr val="16A3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5661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Ingress (nginx)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/ → frontend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/api →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1089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Nginx · 2 replicas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1148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FastAPI · 2 replicas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HPA 2–6 (CPU 60%)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377440" y="3543300"/>
            <a:ext cx="548640" cy="36576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77440" y="4091940"/>
            <a:ext cx="548640" cy="45720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94960" y="4114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PVC via EBS CSI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46320" y="4549140"/>
            <a:ext cx="54864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09560" y="310896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Prometheus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ServiceMonitor → /metrics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114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Grafana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StockPilot dashboard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3960" y="3977640"/>
            <a:ext cx="0" cy="137160"/>
          </a:xfrm>
          <a:prstGeom prst="line">
            <a:avLst/>
          </a:prstGeom>
          <a:ln w="25400">
            <a:solidFill>
              <a:srgbClr val="D9770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846320" y="3634740"/>
            <a:ext cx="3063240" cy="617220"/>
          </a:xfrm>
          <a:prstGeom prst="line">
            <a:avLst/>
          </a:prstGeom>
          <a:ln w="25400">
            <a:solidFill>
              <a:srgbClr val="D9770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03720" y="3063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Calibri"/>
              </a:rPr>
              <a:t>scrapes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07492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namespace: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2628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User / browser via
ELB → Ingress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00032" y="2148840"/>
            <a:ext cx="0" cy="502920"/>
          </a:xfrm>
          <a:prstGeom prst="line">
            <a:avLst/>
          </a:prstGeom>
          <a:ln w="25400">
            <a:solidFill>
              <a:srgbClr val="D9770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39912" y="222199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Calibri"/>
              </a:rPr>
              <a:t>image pull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CI/CD Pipeline —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Calibri"/>
              </a:rPr>
              <a:t>Triggers: push to main · pull request · manual (workflow_dispatch)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916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 backend-test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ruff lint + pytest (20 tests)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red tests fail the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32608" y="2217420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98367" y="16916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 frontend-build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npm ci + vite build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artifact for image stage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2968" y="2217420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78727" y="16916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  build-scan-push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docker build both images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Trivy: HIGH/CRITICAL → exit 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push to GHCR tagged :&lt;git-sha&gt;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93328" y="2217420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59087" y="16916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  update-gitops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write SHA into helm/stockpilot/values.yaml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commit → ArgoCD auto-syncs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11094415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Jobs 1 and 2 run in parallel; job 3 needs both green, job 4 needs job 3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Images: ghcr.io/gaurakumar-s/stockpilot-backend:&lt;git-sha&gt; and stockpilot-frontend:&lt;git-sha&gt; — no "latest" tag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Trivy scans run before push: a HIGH or CRITICAL finding returns exit code 1 and blocks the registry push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update-gitops commits the new tag to git, so the deployed version is always visible in history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ArgoCD detects the values.yaml change and rolls out the new SHA — no manual kubectl 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DevSecOps — Security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Trivy image scanning in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64327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Scans OS packages + Python/npm libraries of both images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Pipeline fails on HIGH / CRITICAL (ignore-unfixed)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D97706"/>
                </a:solidFill>
                <a:latin typeface="Calibri"/>
              </a:rPr>
              <a:t>Finding during build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Base images carried fixed HIGH CVEs:</a:t>
            </a:r>
          </a:p>
          <a:p>
            <a:pPr lvl="1" marL="566928" indent="-256032">
              <a:spcBef>
                <a:spcPts val="300"/>
              </a:spcBef>
              <a:buChar char="–"/>
            </a:pPr>
            <a:r>
              <a:rPr sz="1400">
                <a:solidFill>
                  <a:srgbClr val="1E293B"/>
                </a:solidFill>
                <a:latin typeface="Calibri"/>
              </a:rPr>
              <a:t>starlette 0.46 DoS — CVE-2025-62727</a:t>
            </a:r>
          </a:p>
          <a:p>
            <a:pPr lvl="1" marL="566928" indent="-256032">
              <a:spcBef>
                <a:spcPts val="300"/>
              </a:spcBef>
              <a:buChar char="–"/>
            </a:pPr>
            <a:r>
              <a:rPr sz="1400">
                <a:solidFill>
                  <a:srgbClr val="1E293B"/>
                </a:solidFill>
                <a:latin typeface="Calibri"/>
              </a:rPr>
              <a:t>Alpine 3.21: musl, zlib, libxml2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Fix: upgraded to starlette 1.8 and nginx-unprivileged on Alpine 3.24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Result: clean scan, pipeline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Other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5364327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Non-root containers: backend uid 10001, frontend uid 101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securityContext drops ALL Linux capabilities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No secrets in git: .gitignore + terraform.tfvars.example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GITHUB_TOKEN with scoped, least-privilege permissions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Immutable SHA image tags — every deploy is traceable to a commit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Multi-stage Dockerfiles keep build tooling out of runtime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58064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Scan status: 0 HIGH / 0 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Infrastructure — Terraform on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Network (ap-southeast-2)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64327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VPC 10.20.0.0/16 across 2 Availability Zones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2 public subnets — load balancers (ELB)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2 private subnets — EKS worker nodes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Single NAT gateway for private egress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5364327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terraform init → plan → apply → destroy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terraform.tfvars.example committed; no credentials in git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~$0.35 / hour — cluster destroyed after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EKS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5364327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EKS 1.36, managed node group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m7i-flex.large × 2 (min 2, max 2)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Add-ons: coredns, kube-proxy, vpc-cni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aws-ebs-csi-driver (EBS policy on the node role) — backs PostgreSQL PVC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3749040"/>
            <a:ext cx="5364327" cy="1691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3776472"/>
            <a:ext cx="5364327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VPC 10.20.0.0/16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1607" y="4114800"/>
            <a:ext cx="2407843" cy="5029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public ×2 · ELB + NAT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331" y="4114800"/>
            <a:ext cx="2407843" cy="50292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private ×2 · EKS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4709160"/>
            <a:ext cx="4998567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AZ-a and AZ-b each hold one public and one private subnet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Kubernetes · Helm · ArgoCD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Helm chart — helm/stockpilot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64327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Deployments: backend ×2, frontend ×2, postgres ×1 + PVC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ClusterIP Services; Secret for DB credentials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Ingress (nginx class): / → frontend:80, /api → backend:8000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HPA on backend: CPU 60%, 2 → 6 replicas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ServiceMonitor for Prometheus scraping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values-minikube.yaml (local) / values-eks.yaml (cloud)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ArgoCD — GitOps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5364327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ArgoCD Application points at the chart in the repo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Automated sync + prune + selfHeal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Git is the source of truth: drift is reverted, deleted manifests are pruned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CI bumps the image tag in values.yaml → ArgoCD rolls it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023360"/>
            <a:ext cx="5364327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4133088"/>
            <a:ext cx="4998567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  <a:latin typeface="Menlo"/>
              </a:rPr>
              <a:t>$ kubectl get pods,svc,ingress -n stockpilot</a:t>
            </a:r>
          </a:p>
          <a:p>
            <a:pPr algn="l"/>
            <a:r>
              <a:rPr sz="1400" b="0">
                <a:solidFill>
                  <a:srgbClr val="BBF7D0"/>
                </a:solidFill>
                <a:latin typeface="Menlo"/>
              </a:rPr>
              <a:t>$ helm list -n stockpilot</a:t>
            </a:r>
          </a:p>
          <a:p>
            <a:pPr algn="l"/>
            <a:r>
              <a:rPr sz="1400" b="0">
                <a:solidFill>
                  <a:srgbClr val="BBF7D0"/>
                </a:solidFill>
                <a:latin typeface="Menlo"/>
              </a:rPr>
              <a:t>$ kubectl get hpa -n stockpilot</a:t>
            </a:r>
          </a:p>
          <a:p>
            <a:pPr algn="l"/>
            <a:r>
              <a:rPr sz="1400" b="0">
                <a:solidFill>
                  <a:srgbClr val="BBF7D0"/>
                </a:solidFill>
                <a:latin typeface="Menlo"/>
              </a:rPr>
              <a:t>$ argocd app get stockpilot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Observability — Prometheus +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Metrics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64327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Backend exposes /metrics via prometheus-fastapi-instrumentator</a:t>
            </a:r>
          </a:p>
          <a:p>
            <a:pPr lvl="1" marL="566928" indent="-256032">
              <a:spcBef>
                <a:spcPts val="300"/>
              </a:spcBef>
              <a:buChar char="–"/>
            </a:pPr>
            <a:r>
              <a:rPr sz="1400">
                <a:solidFill>
                  <a:srgbClr val="1E293B"/>
                </a:solidFill>
                <a:latin typeface="Calibri"/>
              </a:rPr>
              <a:t>http_requests_total, http_request_duration_seconds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kube-prometheus-stack installed in namespace "monitoring"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ServiceMonitor labelled release=kube-prometheus-stack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Prometheus → Status → Targets shows the backend as UP</a:t>
            </a:r>
          </a:p>
          <a:p>
            <a:pPr marL="292608" indent="-256032">
              <a:spcBef>
                <a:spcPts val="5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Load-test script generates traffic for the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backend /metrics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20" y="5189220"/>
            <a:ext cx="2743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48840" y="4892040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ServiceMonitor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5189220"/>
            <a:ext cx="2743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40" y="4892040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5189220"/>
            <a:ext cx="2743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49240" y="4892040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Grafana — "StockPilot — Application Metrics"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178308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Requests / sec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1783080"/>
            <a:ext cx="109728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051" y="178308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p50 / p95 / p99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051" y="1783080"/>
            <a:ext cx="109728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8727" y="274320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5xx error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727" y="274320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051" y="274320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Responses by status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051" y="274320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8727" y="370332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Backend CPU (HPA input)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8727" y="3703320"/>
            <a:ext cx="109728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8051" y="3703320"/>
            <a:ext cx="2545003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Pods running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051" y="3703320"/>
            <a:ext cx="109728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727" y="4754880"/>
            <a:ext cx="5364327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Six panels on one dashboard: traffic, latency, errors, and the CPU signal that drives the HPA.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18001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Learnings &amp; Demo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StockPilot · DevSecOps Final Capstone · Gaurav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64327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Quality gates before promotion: tests → scan → registry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Immutable SHA tags give end-to-end traceability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GitOps removes manual kubectl deploys and config drift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PVCs on EKS need the EBS CSI driver add-on</a:t>
            </a:r>
          </a:p>
          <a:p>
            <a:pPr marL="292608" indent="-256032">
              <a:spcBef>
                <a:spcPts val="600"/>
              </a:spcBef>
              <a:buChar char="•"/>
            </a:pPr>
            <a:r>
              <a:rPr sz="1600">
                <a:solidFill>
                  <a:srgbClr val="1E293B"/>
                </a:solidFill>
                <a:latin typeface="Calibri"/>
              </a:rPr>
              <a:t>Always destroy cloud infrastructure after 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Calibri"/>
              </a:rPr>
              <a:t>Live demo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5364327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1.  </a:t>
            </a:r>
            <a:r>
              <a:rPr sz="1600">
                <a:solidFill>
                  <a:srgbClr val="1E293B"/>
                </a:solidFill>
                <a:latin typeface="Calibri"/>
              </a:rPr>
              <a:t>Codebase tour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2.  </a:t>
            </a:r>
            <a:r>
              <a:rPr sz="1600">
                <a:solidFill>
                  <a:srgbClr val="1E293B"/>
                </a:solidFill>
                <a:latin typeface="Calibri"/>
              </a:rPr>
              <a:t>Push a commit, watch GitHub Actions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3.  </a:t>
            </a:r>
            <a:r>
              <a:rPr sz="1600">
                <a:solidFill>
                  <a:srgbClr val="1E293B"/>
                </a:solidFill>
                <a:latin typeface="Calibri"/>
              </a:rPr>
              <a:t>GHCR: new SHA-tagged images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4.  </a:t>
            </a:r>
            <a:r>
              <a:rPr sz="1600">
                <a:solidFill>
                  <a:srgbClr val="1E293B"/>
                </a:solidFill>
                <a:latin typeface="Calibri"/>
              </a:rPr>
              <a:t>terraform plan + AWS console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5.  </a:t>
            </a:r>
            <a:r>
              <a:rPr sz="1600">
                <a:solidFill>
                  <a:srgbClr val="1E293B"/>
                </a:solidFill>
                <a:latin typeface="Calibri"/>
              </a:rPr>
              <a:t>ArgoCD: application Synced / Healthy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6.  </a:t>
            </a:r>
            <a:r>
              <a:rPr sz="1600">
                <a:solidFill>
                  <a:srgbClr val="1E293B"/>
                </a:solidFill>
                <a:latin typeface="Calibri"/>
              </a:rPr>
              <a:t>kubectl get pods / svc / ingress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7.  </a:t>
            </a:r>
            <a:r>
              <a:rPr sz="1600">
                <a:solidFill>
                  <a:srgbClr val="1E293B"/>
                </a:solidFill>
                <a:latin typeface="Calibri"/>
              </a:rPr>
              <a:t>Open the app via Ingress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8.  </a:t>
            </a:r>
            <a:r>
              <a:rPr sz="1600">
                <a:solidFill>
                  <a:srgbClr val="1E293B"/>
                </a:solidFill>
                <a:latin typeface="Calibri"/>
              </a:rPr>
              <a:t>Prometheus targets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6A34A"/>
                </a:solidFill>
                <a:latin typeface="Calibri"/>
              </a:rPr>
              <a:t>9.  </a:t>
            </a:r>
            <a:r>
              <a:rPr sz="1600">
                <a:solidFill>
                  <a:srgbClr val="1E293B"/>
                </a:solidFill>
                <a:latin typeface="Calibri"/>
              </a:rPr>
              <a:t>Grafana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Thank you  ·  github.com/Gaurakumar-s/stockpilot-devsecops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StockPilot — DevSecOps Final Capstone · Gaurav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