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148840"/>
            <a:ext cx="128016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11094415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StockPilot — Inventory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BFDBFE"/>
                </a:solidFill>
                <a:latin typeface="Calibri"/>
              </a:rPr>
              <a:t>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github.com/Gaurakumar-s/invenpilot-devsecops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9441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FastAPI · React · PostgreSQL · Docker · GitHub Actions · Trivy · GHCR · Terraform · AWS EKS · Helm · ArgoCD · Prometheus ·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364327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499856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10512"/>
            <a:ext cx="4998567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Small warehouses track stock in spreadsheets — no single source of truth and no reorder alerts, so items run out unnoticed.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71600"/>
            <a:ext cx="5364327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463040"/>
            <a:ext cx="499856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Calibri"/>
              </a:rPr>
              <a:t>SOLUTION — STOCKPILOT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1810512"/>
            <a:ext cx="4998567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A web app that keeps a live product catalogue, records every stock movement, and flags what needs reordering.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5364327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Products with SKU, category, quantity, reorder level, unit price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Stock IN / OUT movements ledger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Low-stock and out-of-stock alerts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KPI dashboard: products, units, inventory value, low stock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301752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REST API — 9 endpoints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3383280"/>
            <a:ext cx="5364327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 POST / PUT / DELETE  /api/products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/api/products/stats   ·   GET /api/products/low-stock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POST /api/products/{id}/movements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/api/movements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Ops endpoints: /health, /ready, /metrics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3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9654"/>
                <a:gridCol w="6434760"/>
              </a:tblGrid>
              <a:tr h="43107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109728" marR="109728" marT="36576" marB="36576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DevOps / Platform</a:t>
                      </a:r>
                    </a:p>
                  </a:txBody>
                  <a:tcPr marL="109728" marR="109728" marT="36576" marB="36576">
                    <a:solidFill>
                      <a:srgbClr val="0F172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React 18 + Vite (frontend SPA)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Docker — multi-stage builds, non-root containers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FastAPI (Python REST API)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Docker Compose (local dev)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SQLAlchemy 2 + Alembic (2 migrations)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GitHub Actions (CI/CD) · Trivy (image scanning) · GHCR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PostgreSQL 16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Terraform — AWS VPC + EKS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pytest (20 tests) · ruff (lint)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Helm · ArgoCD · ingress-nginx · HPA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Prometheus + Grafana (kube-prometheus-stack)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720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64748B"/>
                </a:solidFill>
                <a:latin typeface="Calibri"/>
              </a:rPr>
              <a:t>Runtime request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8386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Browser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React 18 + Vite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1266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01558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serves SPA, proxies /api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4438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34730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FastAPI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SQLAlchemy 2 · /metrics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7610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7902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Alembic migrations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0247" y="5760720"/>
            <a:ext cx="2926080" cy="36576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>
                <a:solidFill>
                  <a:srgbClr val="1E293B"/>
                </a:solidFill>
                <a:latin typeface="Calibri"/>
              </a:rPr>
              <a:t>Shipped as 2 images → ghcr.io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Developer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git push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350008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source + Helm values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67328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51376" y="128016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 Actions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pytest → build → Trivy → GHCR → bump tag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28816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12864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ArgoCD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watches repo, auto-sync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14232" y="128016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GHCR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images tagged by git SHA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51760"/>
            <a:ext cx="11094415" cy="36118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Calibri"/>
              </a:rPr>
              <a:t>AWS EKS  —  Terraform-provisioned VPC (2 public + 2 private subnets, NAT)   ·   namespace: stockpilot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21524" y="2148840"/>
            <a:ext cx="0" cy="502920"/>
          </a:xfrm>
          <a:prstGeom prst="line">
            <a:avLst/>
          </a:prstGeom>
          <a:ln w="25400">
            <a:solidFill>
              <a:srgbClr val="16A3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2960" y="3566160"/>
            <a:ext cx="1554480" cy="86868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Ingress (nginx)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 → frontend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/api → 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31089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frontend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Nginx · 2 replicas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411480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backend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FastAPI · 2 replicas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HPA 2–6 (CPU 60%)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377440" y="3543300"/>
            <a:ext cx="548640" cy="36576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7440" y="4091940"/>
            <a:ext cx="548640" cy="45720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94960" y="411480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PostgreSQL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PVC via EBS CSI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846320" y="4549140"/>
            <a:ext cx="54864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909560" y="310896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Prometheus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ServiceMonitor → /metrics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9560" y="411480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Grafana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StockPilot dashboard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23960" y="3977640"/>
            <a:ext cx="0" cy="13716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846320" y="3634740"/>
            <a:ext cx="3063240" cy="61722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903720" y="3063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D97706"/>
                </a:solidFill>
                <a:latin typeface="Calibri"/>
              </a:rPr>
              <a:t>scrapes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5074920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namespace: monitoring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User / browser via
ELB → Ingress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400032" y="2148840"/>
            <a:ext cx="0" cy="50292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39912" y="2221992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D97706"/>
                </a:solidFill>
                <a:latin typeface="Calibri"/>
              </a:rPr>
              <a:t>image pull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CI/CD Pipeline — GitHub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5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Triggers: push to main · pull request · manual (workflow_dispatch)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00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  backend-test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ruff lint + pytest (20 tests)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red tests fail the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3260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9836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  frontend-build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npm ci + vite build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artifact for image stage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296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7872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  build-scan-push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docker build both images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Trivy: HIGH/CRITICAL → exit 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push to GHCR tagged :&lt;git-sha&gt;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9332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5908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  update-gitops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write SHA into helm/stockpilot/values.yaml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commit → ArgoCD auto-syncs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11094415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Jobs 1 and 2 run in parallel; job 3 needs both green, job 4 needs job 3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Images: ghcr.io/gaurakumar-s/stockpilot-backend:&lt;git-sha&gt; and stockpilot-frontend:&lt;git-sha&gt; — no "latest" tag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Trivy scans run before push: a HIGH or CRITICAL finding returns exit code 1 and blocks the registry push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update-gitops commits the new tag to git, so the deployed version is always visible in history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ArgoCD detects the values.yaml change and rolls out the new SHA — no manual kubectl apply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DevSecOps — Security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6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Trivy image scanning in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Scans OS packages + Python/npm libraries of both images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Pipeline fails on HIGH / CRITICAL (ignore-unfixed)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D97706"/>
                </a:solidFill>
                <a:latin typeface="Calibri"/>
              </a:rPr>
              <a:t>Finding during build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Base images carried fixed HIGH CVEs: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starlette 0.46 DoS — CVE-2025-62727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Alpine 3.21: musl, zlib, libxml2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Fix: upgraded to starlette 1.8 and nginx-unprivileged on Alpine 3.24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Result: clean scan, pipeline 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Other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Non-root containers: backend uid 10001, frontend uid 101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securityContext drops ALL Linux capabilities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No secrets in git: .gitignore + terraform.tfvars.example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GITHUB_TOKEN with scoped, least-privilege permissions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Immutable SHA image tags — every deploy is traceable to a commit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Multi-stage Dockerfiles keep build tooling out of runtime images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5806440"/>
            <a:ext cx="3291840" cy="384048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Scan status: 0 HIGH / 0 CRITICAL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Infrastructure — Terraform on AWS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7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Network (ap-southeast-2)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VPC 10.20.0.0/16 across 2 Availability Zones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2 public subnets — load balancers (ELB)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2 private subnets — EKS worker nodes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Single NAT gateway for private egress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1188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5364327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terraform init → plan → apply → destroy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terraform.tfvars.example committed; no credentials in git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~$0.35 / hour — cluster destroyed after the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EKS cluster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1645920"/>
            <a:ext cx="5364327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EKS 1.36, managed node group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m7i-flex.large × 2 (min 2, max 2)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Add-ons: coredns, kube-proxy, vpc-cni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aws-ebs-csi-driver (EBS policy on the node role) — backs PostgreSQL PVC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3749040"/>
            <a:ext cx="5364327" cy="16916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8455" y="3776472"/>
            <a:ext cx="5364327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Calibri"/>
              </a:rPr>
              <a:t>VPC 10.20.0.0/16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1607" y="4114800"/>
            <a:ext cx="2407843" cy="5029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public ×2 · ELB + NAT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331" y="4114800"/>
            <a:ext cx="2407843" cy="50292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private ×2 · EKS nodes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709160"/>
            <a:ext cx="4998567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AZ-a and AZ-b each hold one public and one private subnet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Kubernetes · Helm · ArgoCD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8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Helm chart — helm/stockpilot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Deployments: backend ×2, frontend ×2, postgres ×1 + PVC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ClusterIP Services; Secret for DB credentials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Ingress (nginx class): / → frontend:80, /api → backend:8000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HPA on backend: CPU 60%, 2 → 6 replicas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ServiceMonitor for Prometheus scraping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values-minikube.yaml (local) / values-eks.yaml (cloud)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ArgoCD — GitOps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ArgoCD Application points at the chart in the repo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Automated sync + prune + selfHeal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 is the source of truth: drift is reverted, deleted manifests are pruned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CI bumps the image tag in values.yaml → ArgoCD rolls it 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4023360"/>
            <a:ext cx="5364327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4133088"/>
            <a:ext cx="4998567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kubectl get pods,svc,ingress -n stockpilot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helm list -n stockpilot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kubectl get hpa -n stockpilot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argocd app get stockpilot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Observability — Prometheus + Grafana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9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Metrics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Backend exposes /metrics via prometheus-fastapi-instrumentator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http_requests_total, http_request_duration_seconds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kube-prometheus-stack installed in namespace "monitoring"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ServiceMonitor labelled release=kube-prometheus-stack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Prometheus → Status → Targets shows the backend as UP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Load-test script generates traffic for the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backend /metrics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745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488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ServiceMonitor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490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Prometheus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749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492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Grafana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Grafana — "StockPilot — Application Metrics"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8727" y="178308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Requests / sec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8727" y="178308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98051" y="178308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p50 / p95 / p99 latency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051" y="178308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78727" y="274320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5xx error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727" y="27432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98051" y="274320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Responses by status 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051" y="27432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78727" y="370332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Backend CPU (HPA input)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3703320"/>
            <a:ext cx="109728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8051" y="370332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Pods running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98051" y="3703320"/>
            <a:ext cx="109728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4754880"/>
            <a:ext cx="5364327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Six panels on one dashboard: traffic, latency, errors, and the CPU signal that drives the HPA.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Learnings &amp; Demo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10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Key learnings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Quality gates before promotion: tests → scan → registry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Immutable SHA tags give end-to-end traceability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GitOps removes manual kubectl deploys and config drift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PVCs on EKS need the EBS CSI driver add-on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Always destroy cloud infrastructure after the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Live demo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1.  </a:t>
            </a:r>
            <a:r>
              <a:rPr sz="1600">
                <a:solidFill>
                  <a:srgbClr val="1E293B"/>
                </a:solidFill>
                <a:latin typeface="Calibri"/>
              </a:rPr>
              <a:t>Codebase tour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2.  </a:t>
            </a:r>
            <a:r>
              <a:rPr sz="1600">
                <a:solidFill>
                  <a:srgbClr val="1E293B"/>
                </a:solidFill>
                <a:latin typeface="Calibri"/>
              </a:rPr>
              <a:t>Push a commit, watch GitHub Actions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3.  </a:t>
            </a:r>
            <a:r>
              <a:rPr sz="1600">
                <a:solidFill>
                  <a:srgbClr val="1E293B"/>
                </a:solidFill>
                <a:latin typeface="Calibri"/>
              </a:rPr>
              <a:t>GHCR: new SHA-tagged images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4.  </a:t>
            </a:r>
            <a:r>
              <a:rPr sz="1600">
                <a:solidFill>
                  <a:srgbClr val="1E293B"/>
                </a:solidFill>
                <a:latin typeface="Calibri"/>
              </a:rPr>
              <a:t>terraform plan + AWS console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5.  </a:t>
            </a:r>
            <a:r>
              <a:rPr sz="1600">
                <a:solidFill>
                  <a:srgbClr val="1E293B"/>
                </a:solidFill>
                <a:latin typeface="Calibri"/>
              </a:rPr>
              <a:t>ArgoCD: application Synced / Healthy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6.  </a:t>
            </a:r>
            <a:r>
              <a:rPr sz="1600">
                <a:solidFill>
                  <a:srgbClr val="1E293B"/>
                </a:solidFill>
                <a:latin typeface="Calibri"/>
              </a:rPr>
              <a:t>kubectl get pods / svc / ingress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7.  </a:t>
            </a:r>
            <a:r>
              <a:rPr sz="1600">
                <a:solidFill>
                  <a:srgbClr val="1E293B"/>
                </a:solidFill>
                <a:latin typeface="Calibri"/>
              </a:rPr>
              <a:t>Open the app via Ingress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8.  </a:t>
            </a:r>
            <a:r>
              <a:rPr sz="1600">
                <a:solidFill>
                  <a:srgbClr val="1E293B"/>
                </a:solidFill>
                <a:latin typeface="Calibri"/>
              </a:rPr>
              <a:t>Prometheus targets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9.  </a:t>
            </a:r>
            <a:r>
              <a:rPr sz="1600">
                <a:solidFill>
                  <a:srgbClr val="1E293B"/>
                </a:solidFill>
                <a:latin typeface="Calibri"/>
              </a:rPr>
              <a:t>Grafana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11094415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Thank you  ·  github.com/Gaurakumar-s/invenpilot-devsecops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StockPilot — DevSecOps Final Capstone · Gaurav Kumar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FFFFFF"/>
                </a:solidFill>
              </a:rPr>
              <a:t>Evidence — CI/CD run and registry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-actions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15787" cy="3899852"/>
          </a:xfrm>
          <a:prstGeom prst="rect">
            <a:avLst/>
          </a:prstGeom>
        </p:spPr>
      </p:pic>
      <p:pic>
        <p:nvPicPr>
          <p:cNvPr id="5" name="Picture 4" descr="10-ghcr-packages-s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1188720"/>
            <a:ext cx="5615787" cy="3652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7220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75569"/>
                </a:solidFill>
              </a:rPr>
              <a:t>Left: one push, four green jobs. Right: GHCR package tagged only with commit SHAs.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StockPilot · DevSecOps Final Capstone · Gaurav Kumar          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FFFFFF"/>
                </a:solidFill>
              </a:rPr>
              <a:t>Evidence — Terraform on AWS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-aws-vp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15787" cy="3652172"/>
          </a:xfrm>
          <a:prstGeom prst="rect">
            <a:avLst/>
          </a:prstGeom>
        </p:spPr>
      </p:pic>
      <p:pic>
        <p:nvPicPr>
          <p:cNvPr id="5" name="Picture 4" descr="14-aws-eks-c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1188720"/>
            <a:ext cx="5615787" cy="40433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7220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75569"/>
                </a:solidFill>
              </a:rPr>
              <a:t>Left: the VPC in the AWS console (ap-southeast-2). Right: EKS cluster, node group and EC2 nodes from terraform apply.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StockPilot · DevSecOps Final Capstone · Gaurav Kumar          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FFFFFF"/>
                </a:solidFill>
              </a:rPr>
              <a:t>Evidence — Kubernetes, Helm and ArgoCD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-kubectl-get-pods-e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15787" cy="2454901"/>
          </a:xfrm>
          <a:prstGeom prst="rect">
            <a:avLst/>
          </a:prstGeom>
        </p:spPr>
      </p:pic>
      <p:pic>
        <p:nvPicPr>
          <p:cNvPr id="5" name="Picture 4" descr="23-argocd-synced-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1188720"/>
            <a:ext cx="5615787" cy="3690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7220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75569"/>
                </a:solidFill>
              </a:rPr>
              <a:t>Left: 2 backend, 2 frontend and 1 PostgreSQL pod Running on EKS. Right: ArgoCD Synced / Healthy.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StockPilot · DevSecOps Final Capstone · Gaurav Kumar          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FFFFFF"/>
                </a:solidFill>
              </a:rPr>
              <a:t>Evidence — Prometheus and Grafana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1-prometheus-targets-up-e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15787" cy="3509867"/>
          </a:xfrm>
          <a:prstGeom prst="rect">
            <a:avLst/>
          </a:prstGeom>
        </p:spPr>
      </p:pic>
      <p:pic>
        <p:nvPicPr>
          <p:cNvPr id="5" name="Picture 4" descr="22-grafana-dashboard-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1188720"/>
            <a:ext cx="5615787" cy="35098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7220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75569"/>
                </a:solidFill>
              </a:rPr>
              <a:t>Left: Prometheus Targets, both backend pods UP. Right: Grafana dashboard with live traffic.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StockPilot · DevSecOps Final Capstone · Gaurav Kumar          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